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Spline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2552303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Credit Card Fraud Detection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0012" y="3432373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End-to-End Data Analytics — Python · SQL · Power BI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20012" y="3992959"/>
            <a:ext cx="2600756" cy="31263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6" name="Text 3"/>
          <p:cNvSpPr/>
          <p:nvPr/>
        </p:nvSpPr>
        <p:spPr>
          <a:xfrm>
            <a:off x="843437" y="4054673"/>
            <a:ext cx="296349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BANKING / FINANCIAL SERVICES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423557" y="3992959"/>
            <a:ext cx="1993751" cy="312638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46982" y="4054673"/>
            <a:ext cx="2356486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284,807 TRANSACTIONS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570905"/>
            <a:ext cx="617978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Executive Summary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20012" y="1250156"/>
            <a:ext cx="6179784" cy="509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284,807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20012" y="1923157"/>
            <a:ext cx="6179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Transactions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20012" y="2445941"/>
            <a:ext cx="6179784" cy="509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492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20012" y="3118941"/>
            <a:ext cx="6179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Fraud Transactions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0012" y="3641725"/>
            <a:ext cx="6179784" cy="509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0.17%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20012" y="4314726"/>
            <a:ext cx="6179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Fraud Rate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0012" y="4837509"/>
            <a:ext cx="6179784" cy="509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$25.16M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20012" y="5510510"/>
            <a:ext cx="6179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Amount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0012" y="5854998"/>
            <a:ext cx="6179784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Severe class imbalance — fraud is rare but valuable to detect. Dashboard: Executive + Fraud Analytics pages.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2382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Problem &amp; Objectives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150566"/>
            <a:ext cx="3436852" cy="3436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050" y="2009577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Questions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65050" y="2501007"/>
            <a:ext cx="6812883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Fraud rate &amp; time variation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Transaction value behavior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PCA feature associations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65050" y="3838178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Objectives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665050" y="4329609"/>
            <a:ext cx="6812883" cy="1532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 &amp; validate dataset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EDA + SQL analysis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BI dashboards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Fraud-monitoring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018679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Dataset &amp; Methodology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01639"/>
            <a:ext cx="10751670" cy="29477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6027" y="3066828"/>
            <a:ext cx="1624761" cy="25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 Prep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016027" y="3408177"/>
            <a:ext cx="1624761" cy="465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Load, clean, dedupe, EDA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208880" y="3180611"/>
            <a:ext cx="1624761" cy="25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08880" y="3521960"/>
            <a:ext cx="1624761" cy="465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Correlation, feature checks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43108" y="3066828"/>
            <a:ext cx="1624760" cy="517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 Aggregation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43108" y="3666775"/>
            <a:ext cx="1624760" cy="465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Structured joins and fraud queries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56649" y="3180611"/>
            <a:ext cx="1624760" cy="25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56649" y="3521960"/>
            <a:ext cx="1624760" cy="465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KPIs, slicers, executive visuals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20012" y="5180806"/>
            <a:ext cx="107516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31 columns: Time, V1–V28 (PCA-transformed), Amount, Class. 1,081 duplicates removed.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Note: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Time = elapsed seconds, not calendar timestamp.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879475"/>
            <a:ext cx="729240" cy="31263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43437" y="941189"/>
            <a:ext cx="109197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PAGE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127436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Executive Dashboard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3097213"/>
            <a:ext cx="3436852" cy="19383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5050" y="2360116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Visuals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665050" y="2851547"/>
            <a:ext cx="6812883" cy="1532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Normal vs. Fraud transaction bar chart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Fraud rate trend by hour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PCA features by correlation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Average amount: Normal vs. Fraud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5050" y="4615557"/>
            <a:ext cx="6812883" cy="1131491"/>
          </a:xfrm>
          <a:prstGeom prst="roundRect">
            <a:avLst>
              <a:gd name="adj" fmla="val 27274"/>
            </a:avLst>
          </a:prstGeom>
          <a:solidFill>
            <a:srgbClr val="00805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725" y="4933950"/>
            <a:ext cx="257169" cy="205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3569" y="4852095"/>
            <a:ext cx="5938689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Fraud transactions show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higher average amount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than normal transactions.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65745"/>
            <a:ext cx="379899" cy="156270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781725" y="596602"/>
            <a:ext cx="866059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PAGE 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20012" y="742553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Fraud Analytics Dashboard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105396"/>
            <a:ext cx="7994450" cy="4540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0012" y="5703491"/>
            <a:ext cx="5350138" cy="528141"/>
          </a:xfrm>
          <a:prstGeom prst="roundRect">
            <a:avLst>
              <a:gd name="adj" fmla="val 29216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5500" y="5818981"/>
            <a:ext cx="5119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$60.13K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35500" y="5992713"/>
            <a:ext cx="5119163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Fraud Amount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121545" y="5703491"/>
            <a:ext cx="5350138" cy="528141"/>
          </a:xfrm>
          <a:prstGeom prst="roundRect">
            <a:avLst>
              <a:gd name="adj" fmla="val 29216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37032" y="5818981"/>
            <a:ext cx="5119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0.239%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237032" y="5992713"/>
            <a:ext cx="5119163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Fraud Amount %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20012" y="6283027"/>
            <a:ext cx="5350138" cy="528141"/>
          </a:xfrm>
          <a:prstGeom prst="roundRect">
            <a:avLst>
              <a:gd name="adj" fmla="val 29216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500" y="6398518"/>
            <a:ext cx="5119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Peak Hours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35500" y="6572250"/>
            <a:ext cx="5119163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Hour 2 &amp; Hour 12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21545" y="6283027"/>
            <a:ext cx="5350138" cy="528141"/>
          </a:xfrm>
          <a:prstGeom prst="roundRect">
            <a:avLst>
              <a:gd name="adj" fmla="val 29216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7032" y="6398518"/>
            <a:ext cx="5119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Highest Risk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37032" y="6572250"/>
            <a:ext cx="5119163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$500–$1,000 bucket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Detailed Fraud Findings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20012" y="3270845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Financial Exposure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20012" y="3465116"/>
            <a:ext cx="5860010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Fraud =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0.17%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of volume but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0.239%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of value — fraud is disproportionately high-value.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20012" y="3639939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Amount Ranges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20012" y="3834209"/>
            <a:ext cx="5860010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$500–$1,000 bucket shows highest fraud rate, followed by $1,000+ and $250–$500.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607" y="986433"/>
            <a:ext cx="5250426" cy="52505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608707"/>
            <a:ext cx="6179784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Recommendations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1362472"/>
            <a:ext cx="6179784" cy="10993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4878" y="1740396"/>
            <a:ext cx="274829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641434" y="1571030"/>
            <a:ext cx="5049810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Multi-Signal Scoring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641434" y="1923355"/>
            <a:ext cx="5049810" cy="277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Combine amount, time, PCA features into a risk score.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12" y="2624931"/>
            <a:ext cx="6179784" cy="10993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4878" y="3002855"/>
            <a:ext cx="274829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5"/>
          <p:cNvSpPr/>
          <p:nvPr/>
        </p:nvSpPr>
        <p:spPr>
          <a:xfrm>
            <a:off x="1641434" y="2833489"/>
            <a:ext cx="5049810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Monitor Fraud Spikes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641434" y="3185815"/>
            <a:ext cx="5049810" cy="277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 alerts for sudden fraud rate increases.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12" y="3887391"/>
            <a:ext cx="6179784" cy="10993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4878" y="4265315"/>
            <a:ext cx="274829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641434" y="4095948"/>
            <a:ext cx="5049810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Right Metrics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641434" y="4448274"/>
            <a:ext cx="5049810" cy="277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Precision, Recall, F1, ROC-AUC — not accuracy.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012" y="5149850"/>
            <a:ext cx="6179784" cy="10993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4878" y="5527774"/>
            <a:ext cx="274829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150" dirty="0"/>
          </a:p>
        </p:txBody>
      </p:sp>
      <p:sp>
        <p:nvSpPr>
          <p:cNvPr id="18" name="Text 11"/>
          <p:cNvSpPr/>
          <p:nvPr/>
        </p:nvSpPr>
        <p:spPr>
          <a:xfrm>
            <a:off x="1641434" y="5358408"/>
            <a:ext cx="5049810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 Monitoring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641434" y="5710734"/>
            <a:ext cx="5049810" cy="277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Management dashboard + Python/ML risk scores in production.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324967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Technical Implementation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2410718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20012" y="2902148"/>
            <a:ext cx="5124917" cy="730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Pandas: load, clean, EDA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Correlation: rank PCA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0012" y="3838178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20012" y="4329609"/>
            <a:ext cx="5124917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DAX: Fraud Rate %, Fraud Amount %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Calculated columns: Hour, Amount Bucket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Interactive slicers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3115" y="2436416"/>
          <a:ext cx="9143771" cy="914400"/>
        </p:xfrm>
        <a:graphic>
          <a:graphicData uri="http://schemas.openxmlformats.org/drawingml/2006/table">
            <a:tbl>
              <a:tblPr/>
              <a:tblGrid>
                <a:gridCol w="2562459"/>
                <a:gridCol w="2562459"/>
              </a:tblGrid>
              <a:tr h="5950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Measure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Purpose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1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Total Transactions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Count all rows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1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Fraud Rate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Fraud ÷ Total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50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Fraud Amount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0E4E6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Fraud Amt ÷ Total Amt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205735" marR="205735" marT="6350" marB="6350" anchor="ctr">
                    <a:lnL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F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874044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Limitations &amp; Next Steps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2959795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Current Limitations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20012" y="3451225"/>
            <a:ext cx="5124917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V1–V28: anonymized PCA — no business labels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Time = elapsed seconds, not calendar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merchant, device, or location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04985" y="2754114"/>
            <a:ext cx="5421177" cy="2229743"/>
          </a:xfrm>
          <a:prstGeom prst="roundRect">
            <a:avLst>
              <a:gd name="adj" fmla="val 22144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10661" y="2959795"/>
            <a:ext cx="50098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Next Phase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410661" y="3451225"/>
            <a:ext cx="5009826" cy="14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Logistic Regression &amp; Random Forest models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Stratified split + imbalance techniques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Page 3: ML Performance (Confusion Matrix, ROC-AUC)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2026-09-15T14:15:31Z</dcterms:created>
  <dcterms:modified xsi:type="dcterms:W3CDTF">2026-09-15T14:15:31Z</dcterms:modified>
</cp:coreProperties>
</file>